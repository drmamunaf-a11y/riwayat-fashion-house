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970" y="-20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32858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146612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42499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277239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219815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161107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204070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966314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247185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95733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188101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D04D4-F766-49D5-AA44-5961FCB0DAB9}" type="datetimeFigureOut">
              <a:rPr lang="ur-IN" smtClean="0"/>
              <a:t>20/11/47</a:t>
            </a:fld>
            <a:endParaRPr lang="u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B63B-1944-4705-9EEC-63E05C0223A2}" type="slidenum">
              <a:rPr lang="ur-IN" smtClean="0"/>
              <a:t>‹#›</a:t>
            </a:fld>
            <a:endParaRPr lang="ur-IN"/>
          </a:p>
        </p:txBody>
      </p:sp>
    </p:spTree>
    <p:extLst>
      <p:ext uri="{BB962C8B-B14F-4D97-AF65-F5344CB8AC3E}">
        <p14:creationId xmlns:p14="http://schemas.microsoft.com/office/powerpoint/2010/main" val="302939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322CCE-C5BF-0147-A184-D345421E8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6858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823E5-632A-A0C2-40BC-8EF0BF9F4DAC}"/>
              </a:ext>
            </a:extLst>
          </p:cNvPr>
          <p:cNvSpPr txBox="1"/>
          <p:nvPr/>
        </p:nvSpPr>
        <p:spPr>
          <a:xfrm>
            <a:off x="213360" y="3647440"/>
            <a:ext cx="6454140" cy="2716128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just"/>
            <a:r>
              <a:rPr lang="en-US" sz="1550" b="1" u="sng" dirty="0">
                <a:solidFill>
                  <a:srgbClr val="FF0000"/>
                </a:solidFill>
                <a:latin typeface="Segoe Print" panose="02000600000000000000" pitchFamily="2" charset="0"/>
              </a:rPr>
              <a:t>Premium Women's Wear</a:t>
            </a:r>
            <a:r>
              <a:rPr lang="en-US" sz="1550" b="1" dirty="0">
                <a:solidFill>
                  <a:srgbClr val="FF0000"/>
                </a:solidFill>
                <a:latin typeface="Segoe Print" panose="02000600000000000000" pitchFamily="2" charset="0"/>
              </a:rPr>
              <a:t>: </a:t>
            </a:r>
            <a:r>
              <a:rPr lang="en-US" sz="1550" dirty="0">
                <a:latin typeface="Segoe Print" panose="02000600000000000000" pitchFamily="2" charset="0"/>
              </a:rPr>
              <a:t>Luxury embroidered &amp; printed 2Pc/3Pc suits.</a:t>
            </a:r>
          </a:p>
          <a:p>
            <a:pPr algn="just"/>
            <a:r>
              <a:rPr lang="en-US" sz="1550" b="1" u="sng" dirty="0">
                <a:solidFill>
                  <a:srgbClr val="FF0000"/>
                </a:solidFill>
                <a:latin typeface="Segoe Print" panose="02000600000000000000" pitchFamily="2" charset="0"/>
              </a:rPr>
              <a:t>Girls' Collection</a:t>
            </a:r>
            <a:r>
              <a:rPr lang="en-US" sz="1550" b="1" dirty="0">
                <a:solidFill>
                  <a:srgbClr val="FF0000"/>
                </a:solidFill>
                <a:latin typeface="Segoe Print" panose="02000600000000000000" pitchFamily="2" charset="0"/>
              </a:rPr>
              <a:t>: </a:t>
            </a:r>
            <a:r>
              <a:rPr lang="en-US" sz="1550" dirty="0">
                <a:latin typeface="Segoe Print" panose="02000600000000000000" pitchFamily="2" charset="0"/>
              </a:rPr>
              <a:t>Stylish frocks for ages 1-4 &amp; 10-16 years.</a:t>
            </a:r>
          </a:p>
          <a:p>
            <a:pPr algn="just"/>
            <a:r>
              <a:rPr lang="en-US" sz="1550" b="1" u="sng" dirty="0">
                <a:solidFill>
                  <a:srgbClr val="FF0000"/>
                </a:solidFill>
                <a:latin typeface="Segoe Print" panose="02000600000000000000" pitchFamily="2" charset="0"/>
              </a:rPr>
              <a:t>Men's Essentials</a:t>
            </a:r>
            <a:r>
              <a:rPr lang="en-US" sz="1550" b="1" dirty="0">
                <a:solidFill>
                  <a:srgbClr val="FF0000"/>
                </a:solidFill>
                <a:latin typeface="Segoe Print" panose="02000600000000000000" pitchFamily="2" charset="0"/>
              </a:rPr>
              <a:t>: </a:t>
            </a:r>
            <a:r>
              <a:rPr lang="en-US" sz="1550" dirty="0">
                <a:latin typeface="Segoe Print" panose="02000600000000000000" pitchFamily="2" charset="0"/>
              </a:rPr>
              <a:t>Suits, lawn, cotton &amp; trousers at the best rates.</a:t>
            </a:r>
          </a:p>
          <a:p>
            <a:pPr algn="just"/>
            <a:r>
              <a:rPr lang="en-US" sz="1550" b="1" u="sng" dirty="0">
                <a:solidFill>
                  <a:srgbClr val="FF0000"/>
                </a:solidFill>
                <a:latin typeface="Segoe Print" panose="02000600000000000000" pitchFamily="2" charset="0"/>
              </a:rPr>
              <a:t>Shop With 1 Click</a:t>
            </a:r>
            <a:r>
              <a:rPr lang="en-US" sz="1550" b="1" dirty="0">
                <a:solidFill>
                  <a:srgbClr val="FF0000"/>
                </a:solidFill>
                <a:latin typeface="Segoe Print" panose="02000600000000000000" pitchFamily="2" charset="0"/>
              </a:rPr>
              <a:t>: </a:t>
            </a:r>
            <a:r>
              <a:rPr lang="en-US" sz="1550" dirty="0">
                <a:latin typeface="Segoe Print" panose="02000600000000000000" pitchFamily="2" charset="0"/>
              </a:rPr>
              <a:t>The whole store is right in the palm of your hand.</a:t>
            </a:r>
          </a:p>
          <a:p>
            <a:pPr algn="just"/>
            <a:r>
              <a:rPr lang="en-US" sz="1550" b="1" u="sng" dirty="0">
                <a:solidFill>
                  <a:srgbClr val="FF0000"/>
                </a:solidFill>
                <a:latin typeface="Segoe Print" panose="02000600000000000000" pitchFamily="2" charset="0"/>
              </a:rPr>
              <a:t>100% Safe &amp; Hassle-Free</a:t>
            </a:r>
            <a:r>
              <a:rPr lang="en-US" sz="1550" b="1" dirty="0">
                <a:solidFill>
                  <a:srgbClr val="FF0000"/>
                </a:solidFill>
                <a:latin typeface="Segoe Print" panose="02000600000000000000" pitchFamily="2" charset="0"/>
              </a:rPr>
              <a:t>: </a:t>
            </a:r>
            <a:r>
              <a:rPr lang="en-US" sz="1550" dirty="0">
                <a:latin typeface="Segoe Print" panose="02000600000000000000" pitchFamily="2" charset="0"/>
              </a:rPr>
              <a:t>No login, no account, and no credit card needed.</a:t>
            </a:r>
          </a:p>
          <a:p>
            <a:pPr algn="just"/>
            <a:r>
              <a:rPr lang="en-US" sz="1550" b="1" u="sng" dirty="0">
                <a:solidFill>
                  <a:srgbClr val="FF0000"/>
                </a:solidFill>
                <a:latin typeface="Segoe Print" panose="02000600000000000000" pitchFamily="2" charset="0"/>
              </a:rPr>
              <a:t>Free Nationwide Delivery</a:t>
            </a:r>
            <a:r>
              <a:rPr lang="en-US" sz="1550" b="1" dirty="0">
                <a:solidFill>
                  <a:srgbClr val="FF0000"/>
                </a:solidFill>
                <a:latin typeface="Segoe Print" panose="02000600000000000000" pitchFamily="2" charset="0"/>
              </a:rPr>
              <a:t>: </a:t>
            </a:r>
            <a:r>
              <a:rPr lang="en-US" sz="1550" dirty="0">
                <a:latin typeface="Segoe Print" panose="02000600000000000000" pitchFamily="2" charset="0"/>
              </a:rPr>
              <a:t>Free doorstep delivery all over Pakistan!</a:t>
            </a:r>
          </a:p>
        </p:txBody>
      </p:sp>
    </p:spTree>
    <p:extLst>
      <p:ext uri="{BB962C8B-B14F-4D97-AF65-F5344CB8AC3E}">
        <p14:creationId xmlns:p14="http://schemas.microsoft.com/office/powerpoint/2010/main" val="208648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87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Print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Abdul Munaf</dc:creator>
  <cp:lastModifiedBy>Muhammad Abdul Munaf</cp:lastModifiedBy>
  <cp:revision>1</cp:revision>
  <dcterms:created xsi:type="dcterms:W3CDTF">2026-05-06T14:27:11Z</dcterms:created>
  <dcterms:modified xsi:type="dcterms:W3CDTF">2026-05-06T14:35:48Z</dcterms:modified>
</cp:coreProperties>
</file>